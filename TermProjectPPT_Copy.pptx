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sldIdLst>
    <p:sldId id="256" r:id="rId5"/>
    <p:sldId id="265" r:id="rId6"/>
    <p:sldId id="257" r:id="rId7"/>
    <p:sldId id="258" r:id="rId8"/>
    <p:sldId id="259" r:id="rId9"/>
    <p:sldId id="260" r:id="rId10"/>
    <p:sldId id="261" r:id="rId11"/>
    <p:sldId id="264" r:id="rId12"/>
    <p:sldId id="262" r:id="rId13"/>
    <p:sldId id="263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9" autoAdjust="0"/>
    <p:restoredTop sz="62712" autoAdjust="0"/>
  </p:normalViewPr>
  <p:slideViewPr>
    <p:cSldViewPr>
      <p:cViewPr varScale="1">
        <p:scale>
          <a:sx n="60" d="100"/>
          <a:sy n="60" d="100"/>
        </p:scale>
        <p:origin x="1550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iyah Shoeb" userId="16af82fb189e2e0b" providerId="LiveId" clId="{D0E04C97-18A1-4D11-B2AF-F50BF49AD65F}"/>
    <pc:docChg chg="custSel modSld">
      <pc:chgData name="Asiyah Shoeb" userId="16af82fb189e2e0b" providerId="LiveId" clId="{D0E04C97-18A1-4D11-B2AF-F50BF49AD65F}" dt="2026-04-13T21:01:44.410" v="12" actId="478"/>
      <pc:docMkLst>
        <pc:docMk/>
      </pc:docMkLst>
      <pc:sldChg chg="delSp modSp mod delAnim">
        <pc:chgData name="Asiyah Shoeb" userId="16af82fb189e2e0b" providerId="LiveId" clId="{D0E04C97-18A1-4D11-B2AF-F50BF49AD65F}" dt="2026-04-13T21:01:17.718" v="1" actId="478"/>
        <pc:sldMkLst>
          <pc:docMk/>
          <pc:sldMk cId="2589239513" sldId="256"/>
        </pc:sldMkLst>
        <pc:picChg chg="del mod">
          <ac:chgData name="Asiyah Shoeb" userId="16af82fb189e2e0b" providerId="LiveId" clId="{D0E04C97-18A1-4D11-B2AF-F50BF49AD65F}" dt="2026-04-13T21:01:17.718" v="1" actId="478"/>
          <ac:picMkLst>
            <pc:docMk/>
            <pc:sldMk cId="2589239513" sldId="256"/>
            <ac:picMk id="35" creationId="{3B810FB2-911B-09DA-F772-CAE6000C49D5}"/>
          </ac:picMkLst>
        </pc:picChg>
      </pc:sldChg>
      <pc:sldChg chg="delSp mod delAnim">
        <pc:chgData name="Asiyah Shoeb" userId="16af82fb189e2e0b" providerId="LiveId" clId="{D0E04C97-18A1-4D11-B2AF-F50BF49AD65F}" dt="2026-04-13T21:01:22.194" v="3" actId="478"/>
        <pc:sldMkLst>
          <pc:docMk/>
          <pc:sldMk cId="1818274145" sldId="257"/>
        </pc:sldMkLst>
        <pc:picChg chg="del">
          <ac:chgData name="Asiyah Shoeb" userId="16af82fb189e2e0b" providerId="LiveId" clId="{D0E04C97-18A1-4D11-B2AF-F50BF49AD65F}" dt="2026-04-13T21:01:22.194" v="3" actId="478"/>
          <ac:picMkLst>
            <pc:docMk/>
            <pc:sldMk cId="1818274145" sldId="257"/>
            <ac:picMk id="59" creationId="{1B227123-9D06-2185-5795-50CC4A836A0F}"/>
          </ac:picMkLst>
        </pc:picChg>
      </pc:sldChg>
      <pc:sldChg chg="delSp mod delAnim">
        <pc:chgData name="Asiyah Shoeb" userId="16af82fb189e2e0b" providerId="LiveId" clId="{D0E04C97-18A1-4D11-B2AF-F50BF49AD65F}" dt="2026-04-13T21:01:24.564" v="4" actId="478"/>
        <pc:sldMkLst>
          <pc:docMk/>
          <pc:sldMk cId="152837864" sldId="258"/>
        </pc:sldMkLst>
        <pc:picChg chg="del">
          <ac:chgData name="Asiyah Shoeb" userId="16af82fb189e2e0b" providerId="LiveId" clId="{D0E04C97-18A1-4D11-B2AF-F50BF49AD65F}" dt="2026-04-13T21:01:24.564" v="4" actId="478"/>
          <ac:picMkLst>
            <pc:docMk/>
            <pc:sldMk cId="152837864" sldId="258"/>
            <ac:picMk id="34" creationId="{638BBF1B-C529-6C3C-2AE2-3F1A3EC7FD24}"/>
          </ac:picMkLst>
        </pc:picChg>
      </pc:sldChg>
      <pc:sldChg chg="delSp mod delAnim">
        <pc:chgData name="Asiyah Shoeb" userId="16af82fb189e2e0b" providerId="LiveId" clId="{D0E04C97-18A1-4D11-B2AF-F50BF49AD65F}" dt="2026-04-13T21:01:27.086" v="5" actId="478"/>
        <pc:sldMkLst>
          <pc:docMk/>
          <pc:sldMk cId="1672633246" sldId="259"/>
        </pc:sldMkLst>
        <pc:picChg chg="del">
          <ac:chgData name="Asiyah Shoeb" userId="16af82fb189e2e0b" providerId="LiveId" clId="{D0E04C97-18A1-4D11-B2AF-F50BF49AD65F}" dt="2026-04-13T21:01:27.086" v="5" actId="478"/>
          <ac:picMkLst>
            <pc:docMk/>
            <pc:sldMk cId="1672633246" sldId="259"/>
            <ac:picMk id="93" creationId="{8D1557FF-0B02-FBFA-DF7E-A8C5146D6B69}"/>
          </ac:picMkLst>
        </pc:picChg>
      </pc:sldChg>
      <pc:sldChg chg="delSp mod delAnim">
        <pc:chgData name="Asiyah Shoeb" userId="16af82fb189e2e0b" providerId="LiveId" clId="{D0E04C97-18A1-4D11-B2AF-F50BF49AD65F}" dt="2026-04-13T21:01:30.089" v="6" actId="478"/>
        <pc:sldMkLst>
          <pc:docMk/>
          <pc:sldMk cId="2653671385" sldId="260"/>
        </pc:sldMkLst>
        <pc:picChg chg="del">
          <ac:chgData name="Asiyah Shoeb" userId="16af82fb189e2e0b" providerId="LiveId" clId="{D0E04C97-18A1-4D11-B2AF-F50BF49AD65F}" dt="2026-04-13T21:01:30.089" v="6" actId="478"/>
          <ac:picMkLst>
            <pc:docMk/>
            <pc:sldMk cId="2653671385" sldId="260"/>
            <ac:picMk id="42" creationId="{8FE012FC-DB62-4300-A629-6A6CD04664B5}"/>
          </ac:picMkLst>
        </pc:picChg>
      </pc:sldChg>
      <pc:sldChg chg="delSp mod delAnim">
        <pc:chgData name="Asiyah Shoeb" userId="16af82fb189e2e0b" providerId="LiveId" clId="{D0E04C97-18A1-4D11-B2AF-F50BF49AD65F}" dt="2026-04-13T21:01:32.510" v="7" actId="478"/>
        <pc:sldMkLst>
          <pc:docMk/>
          <pc:sldMk cId="3442857266" sldId="261"/>
        </pc:sldMkLst>
        <pc:picChg chg="del">
          <ac:chgData name="Asiyah Shoeb" userId="16af82fb189e2e0b" providerId="LiveId" clId="{D0E04C97-18A1-4D11-B2AF-F50BF49AD65F}" dt="2026-04-13T21:01:32.510" v="7" actId="478"/>
          <ac:picMkLst>
            <pc:docMk/>
            <pc:sldMk cId="3442857266" sldId="261"/>
            <ac:picMk id="17" creationId="{CA506172-C3EF-9282-A116-9E2B65D4DDE9}"/>
          </ac:picMkLst>
        </pc:picChg>
      </pc:sldChg>
      <pc:sldChg chg="delSp mod delAnim">
        <pc:chgData name="Asiyah Shoeb" userId="16af82fb189e2e0b" providerId="LiveId" clId="{D0E04C97-18A1-4D11-B2AF-F50BF49AD65F}" dt="2026-04-13T21:01:39.883" v="9" actId="478"/>
        <pc:sldMkLst>
          <pc:docMk/>
          <pc:sldMk cId="3451805909" sldId="262"/>
        </pc:sldMkLst>
        <pc:picChg chg="del">
          <ac:chgData name="Asiyah Shoeb" userId="16af82fb189e2e0b" providerId="LiveId" clId="{D0E04C97-18A1-4D11-B2AF-F50BF49AD65F}" dt="2026-04-13T21:01:39.883" v="9" actId="478"/>
          <ac:picMkLst>
            <pc:docMk/>
            <pc:sldMk cId="3451805909" sldId="262"/>
            <ac:picMk id="35" creationId="{CAA305CA-146B-95AC-1FCA-3D1C660B2D06}"/>
          </ac:picMkLst>
        </pc:picChg>
      </pc:sldChg>
      <pc:sldChg chg="delSp modSp mod delAnim">
        <pc:chgData name="Asiyah Shoeb" userId="16af82fb189e2e0b" providerId="LiveId" clId="{D0E04C97-18A1-4D11-B2AF-F50BF49AD65F}" dt="2026-04-13T21:01:42.518" v="11" actId="478"/>
        <pc:sldMkLst>
          <pc:docMk/>
          <pc:sldMk cId="2654088190" sldId="263"/>
        </pc:sldMkLst>
        <pc:picChg chg="del mod">
          <ac:chgData name="Asiyah Shoeb" userId="16af82fb189e2e0b" providerId="LiveId" clId="{D0E04C97-18A1-4D11-B2AF-F50BF49AD65F}" dt="2026-04-13T21:01:42.518" v="11" actId="478"/>
          <ac:picMkLst>
            <pc:docMk/>
            <pc:sldMk cId="2654088190" sldId="263"/>
            <ac:picMk id="27" creationId="{AD601CD1-B86A-BCAB-C14D-730FB6583E3E}"/>
          </ac:picMkLst>
        </pc:picChg>
      </pc:sldChg>
      <pc:sldChg chg="delSp mod delAnim">
        <pc:chgData name="Asiyah Shoeb" userId="16af82fb189e2e0b" providerId="LiveId" clId="{D0E04C97-18A1-4D11-B2AF-F50BF49AD65F}" dt="2026-04-13T21:01:35.702" v="8" actId="478"/>
        <pc:sldMkLst>
          <pc:docMk/>
          <pc:sldMk cId="3494216441" sldId="264"/>
        </pc:sldMkLst>
        <pc:picChg chg="del">
          <ac:chgData name="Asiyah Shoeb" userId="16af82fb189e2e0b" providerId="LiveId" clId="{D0E04C97-18A1-4D11-B2AF-F50BF49AD65F}" dt="2026-04-13T21:01:35.702" v="8" actId="478"/>
          <ac:picMkLst>
            <pc:docMk/>
            <pc:sldMk cId="3494216441" sldId="264"/>
            <ac:picMk id="19" creationId="{7BDA8D58-A1E6-84D0-AFBC-DE19BCC8DF70}"/>
          </ac:picMkLst>
        </pc:picChg>
      </pc:sldChg>
      <pc:sldChg chg="delSp mod delAnim">
        <pc:chgData name="Asiyah Shoeb" userId="16af82fb189e2e0b" providerId="LiveId" clId="{D0E04C97-18A1-4D11-B2AF-F50BF49AD65F}" dt="2026-04-13T21:01:19.526" v="2" actId="478"/>
        <pc:sldMkLst>
          <pc:docMk/>
          <pc:sldMk cId="1956178604" sldId="265"/>
        </pc:sldMkLst>
        <pc:picChg chg="del">
          <ac:chgData name="Asiyah Shoeb" userId="16af82fb189e2e0b" providerId="LiveId" clId="{D0E04C97-18A1-4D11-B2AF-F50BF49AD65F}" dt="2026-04-13T21:01:19.526" v="2" actId="478"/>
          <ac:picMkLst>
            <pc:docMk/>
            <pc:sldMk cId="1956178604" sldId="265"/>
            <ac:picMk id="79" creationId="{EBC7E593-4C3F-395C-1A83-64A07564EEAE}"/>
          </ac:picMkLst>
        </pc:picChg>
      </pc:sldChg>
      <pc:sldChg chg="delSp mod delAnim">
        <pc:chgData name="Asiyah Shoeb" userId="16af82fb189e2e0b" providerId="LiveId" clId="{D0E04C97-18A1-4D11-B2AF-F50BF49AD65F}" dt="2026-04-13T21:01:44.410" v="12" actId="478"/>
        <pc:sldMkLst>
          <pc:docMk/>
          <pc:sldMk cId="950677757" sldId="268"/>
        </pc:sldMkLst>
        <pc:picChg chg="del">
          <ac:chgData name="Asiyah Shoeb" userId="16af82fb189e2e0b" providerId="LiveId" clId="{D0E04C97-18A1-4D11-B2AF-F50BF49AD65F}" dt="2026-04-13T21:01:44.410" v="12" actId="478"/>
          <ac:picMkLst>
            <pc:docMk/>
            <pc:sldMk cId="950677757" sldId="268"/>
            <ac:picMk id="9" creationId="{14CCE742-260A-282A-193A-DEDF2DAFB2E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EDDFD7-E7B3-4137-9638-23C4C5E64A03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CF598B-F6DE-4916-8FA0-9E3F98058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393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F598B-F6DE-4916-8FA0-9E3F98058EC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29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F598B-F6DE-4916-8FA0-9E3F98058EC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041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F598B-F6DE-4916-8FA0-9E3F98058EC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67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F598B-F6DE-4916-8FA0-9E3F98058EC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779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F598B-F6DE-4916-8FA0-9E3F98058EC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5226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C2ACE-21AE-8278-2242-B4AB53CE2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8D4EBD-BEE2-EF3C-C2CD-30709A228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4B6664-01CB-F8FB-CB08-5E4F493FC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b="0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7E97A-F9EC-37C3-DA6C-29541B15CA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F598B-F6DE-4916-8FA0-9E3F98058EC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195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F598B-F6DE-4916-8FA0-9E3F98058EC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4232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F598B-F6DE-4916-8FA0-9E3F98058EC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687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65760" y="6338703"/>
            <a:ext cx="275844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203704" y="6338703"/>
            <a:ext cx="1392578" cy="365125"/>
          </a:xfrm>
        </p:spPr>
        <p:txBody>
          <a:bodyPr/>
          <a:lstStyle/>
          <a:p>
            <a:fld id="{BAE57423-0748-47C1-8E47-ED714A2C27C2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596282" y="6342301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9176" y="0"/>
            <a:ext cx="659282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54407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0287D-B680-4441-B88A-8931EA5A031B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57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8950" y="284481"/>
            <a:ext cx="4458249" cy="432031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8950" y="4870174"/>
            <a:ext cx="3856735" cy="103366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19567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28950" y="6343955"/>
            <a:ext cx="2100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FDB15F8-ECE6-4AB7-B9F7-1E8A7AD06BA3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106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82200" y="6343955"/>
            <a:ext cx="126081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01777FC-6488-4755-9099-7DE758D12A66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944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5201704"/>
            <a:ext cx="11213593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71760"/>
            <a:ext cx="11213593" cy="3651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49364" y="6343955"/>
            <a:ext cx="2202644" cy="365125"/>
          </a:xfrm>
        </p:spPr>
        <p:txBody>
          <a:bodyPr/>
          <a:lstStyle/>
          <a:p>
            <a:fld id="{5A2ED4EC-6CDE-4317-A225-F90341FD42E7}" type="datetime1">
              <a:rPr lang="en-US" smtClean="0"/>
              <a:t>4/13/2026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02531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938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548640"/>
            <a:ext cx="9750554" cy="3639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4800600"/>
            <a:ext cx="7083554" cy="1093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EE0D-4A6F-4F7F-8AD3-6F4F7DE889AD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469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381A537B-A501-43EE-8BBB-029C58CC669F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991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48640"/>
            <a:ext cx="9899809" cy="409956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4800600"/>
            <a:ext cx="7083554" cy="1093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100DC-0A7D-4582-B62F-C1E8C458E479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1048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2600" y="1447800"/>
            <a:ext cx="8686800" cy="2491655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8"/>
            <a:ext cx="7588155" cy="102931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9B190-FE58-4CAC-A4C5-5300E7F445DB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717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40AF3A47-30BD-48ED-B24C-72550184F18C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0181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67512"/>
            <a:ext cx="8467344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77440"/>
            <a:ext cx="8467558" cy="365760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01CDB-E382-4EF7-B22D-9B8EF43F5F55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003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0" y="987552"/>
            <a:ext cx="591616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08B50793-4B7F-4166-BD64-A8A61041EA56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7421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911" y="2133600"/>
            <a:ext cx="6623436" cy="1070776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68786" y="3335364"/>
            <a:ext cx="4659735" cy="1645198"/>
          </a:xfrm>
        </p:spPr>
        <p:txBody>
          <a:bodyPr/>
          <a:lstStyle>
            <a:lvl1pPr marL="0" indent="0" algn="ctr">
              <a:buNone/>
              <a:defRPr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FA5CE-9746-419E-BF5E-E870A2669E47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8461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37" y="1731332"/>
            <a:ext cx="3493858" cy="345689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727014"/>
            <a:ext cx="4956175" cy="3461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C2365-F937-4D21-8B64-8C03EF9F294E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0345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EDFBA-7753-4E48-AD20-F8E5B4AA5DA2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7478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050111"/>
            <a:ext cx="3496147" cy="494066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0600" y="1050111"/>
            <a:ext cx="6775703" cy="49406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04F54-6A58-42E8-9EE4-B3534BE78EE8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1791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3119F-3F76-4C2D-9DC6-B3EF1D458F7E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473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776D7966-C015-4B65-9ED4-8139C42C131A}" type="datetime1">
              <a:rPr lang="en-US" smtClean="0"/>
              <a:t>4/13/2026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157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09600"/>
            <a:ext cx="6339541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975104"/>
            <a:ext cx="6339414" cy="4228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/>
          <a:lstStyle/>
          <a:p>
            <a:fld id="{FB8C8CAA-A4DC-46F1-90CA-8825CED8C56A}" type="datetime1">
              <a:rPr lang="en-US" smtClean="0"/>
              <a:t>4/13/2026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4831" y="0"/>
            <a:ext cx="456716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156430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DFBF8F79-428D-4A4D-96E6-A91C0C901317}" type="datetime1">
              <a:rPr lang="en-US" smtClean="0"/>
              <a:t>4/13/2026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9535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BF87047A-65FC-4E1F-9D8D-D5F7B64EB954}" type="datetime1">
              <a:rPr lang="en-US" smtClean="0"/>
              <a:t>4/13/2026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97260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423332"/>
            <a:ext cx="4477512" cy="132893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9" y="1975104"/>
            <a:ext cx="4477512" cy="42825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04889" y="6343955"/>
            <a:ext cx="21050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3715475-DC04-433C-803A-D02A2D9515C6}" type="datetime1">
              <a:rPr lang="en-US" smtClean="0"/>
              <a:t>4/13/2026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3385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5056FB5C-D458-4AE9-BD80-9F9384885852}" type="datetime1">
              <a:rPr lang="en-US" smtClean="0"/>
              <a:t>4/13/2026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871521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7848" y="425503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729602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27848" y="2315569"/>
            <a:ext cx="3657600" cy="38546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918704" y="6343955"/>
            <a:ext cx="230005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/>
          <a:lstStyle/>
          <a:p>
            <a:fld id="{73CDC043-8B5F-47F9-ADDF-8E3FA56DB3F5}" type="datetime1">
              <a:rPr lang="en-US" smtClean="0"/>
              <a:t>4/13/2026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0190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F688DA14-784D-4E3B-B3E6-7D688C332C2D}" type="datetime1">
              <a:rPr lang="en-US" smtClean="0"/>
              <a:t>4/13/2026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411082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BB3559-7954-4599-BF03-89DBB4C242F6}" type="datetime1">
              <a:rPr lang="en-US" smtClean="0"/>
              <a:t>4/13/2026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6115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57399" y="6343955"/>
            <a:ext cx="114634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C1B6018-B057-444F-8940-7C4141B99AF7}" type="datetime1">
              <a:rPr lang="en-US" smtClean="0"/>
              <a:t>4/13/2026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03743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65677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265092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5012268"/>
            <a:ext cx="4019522" cy="112727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5012267"/>
            <a:ext cx="6426391" cy="124157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884D3-8F6B-40B1-8565-B103A5B5943A}" type="datetime1">
              <a:rPr lang="en-US" smtClean="0"/>
              <a:t>4/13/2026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9287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0BFA2-11BB-4434-84BA-3E39A635FA43}" type="datetime1">
              <a:rPr lang="en-US" smtClean="0"/>
              <a:t>4/13/2026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0735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712508"/>
            <a:ext cx="3014218" cy="20197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1064" y="1"/>
            <a:ext cx="10734656" cy="3260034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3680652"/>
            <a:ext cx="7460029" cy="255878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5949-EAED-4DAA-A18C-726A0186E38A}" type="datetime1">
              <a:rPr lang="en-US" smtClean="0"/>
              <a:t>4/13/2026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471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07477"/>
            <a:ext cx="3021873" cy="177354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707476"/>
            <a:ext cx="7460029" cy="233045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3135210"/>
            <a:ext cx="279102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3135210"/>
            <a:ext cx="1559379" cy="365125"/>
          </a:xfrm>
        </p:spPr>
        <p:txBody>
          <a:bodyPr/>
          <a:lstStyle/>
          <a:p>
            <a:fld id="{B422FEFE-720E-4025-8555-6A39111555E0}" type="datetime1">
              <a:rPr lang="en-US" smtClean="0"/>
              <a:t>4/13/2026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3135210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636524"/>
            <a:ext cx="12192000" cy="3221477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204753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712912"/>
            <a:ext cx="4485564" cy="4613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05552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232969" y="6343955"/>
            <a:ext cx="1449697" cy="365125"/>
          </a:xfrm>
        </p:spPr>
        <p:txBody>
          <a:bodyPr/>
          <a:lstStyle/>
          <a:p>
            <a:fld id="{461E7FA1-D3D3-45D3-A822-0737BAD8B3CA}" type="datetime1">
              <a:rPr lang="en-US" smtClean="0"/>
              <a:t>4/13/2026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682667" y="6343955"/>
            <a:ext cx="443060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1EBBFE7-73C3-3FA5-7EE3-B7845CF7CAE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659438" y="1712913"/>
            <a:ext cx="6532562" cy="5145087"/>
          </a:xfrm>
          <a:blipFill dpi="0" rotWithShape="1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88838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799397A0-9AE0-44FE-9383-9D0B376C2D93}" type="datetime1">
              <a:rPr lang="en-US" smtClean="0"/>
              <a:t>4/13/2026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238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7784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A37C0C1-9469-8309-7EC0-2377516265C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1712913"/>
            <a:ext cx="6532563" cy="514508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3255" y="1712911"/>
            <a:ext cx="4479145" cy="4617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103254" y="6343955"/>
            <a:ext cx="21441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98655" y="6343955"/>
            <a:ext cx="1449697" cy="365125"/>
          </a:xfrm>
        </p:spPr>
        <p:txBody>
          <a:bodyPr/>
          <a:lstStyle/>
          <a:p>
            <a:fld id="{7346FE6F-3FD2-4A0D-8B5D-54E0F2FA90D1}" type="datetime1">
              <a:rPr lang="en-US" smtClean="0"/>
              <a:t>4/13/2026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25200" y="6343955"/>
            <a:ext cx="443060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6297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607B2-F390-4DA6-9860-93DE63061783}" type="datetime1">
              <a:rPr lang="en-US" smtClean="0"/>
              <a:t>4/13/2026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9111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709098"/>
            <a:ext cx="3696859" cy="131634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5"/>
            <a:ext cx="3540760" cy="385375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3150" y="709098"/>
            <a:ext cx="6644488" cy="5439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3161E-6047-447A-9C3E-7426A3571F77}" type="datetime1">
              <a:rPr lang="en-US" smtClean="0"/>
              <a:t>4/13/2026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8591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B2B4E3-9EFE-41E7-9988-3DCF488BCDAE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7539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953000"/>
            <a:ext cx="9762068" cy="1236133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787400"/>
            <a:ext cx="10543032" cy="4682067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335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A53873B-5739-4A55-8B72-A5A0C75619A1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71863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A1B2C-D5E6-41A9-B10B-3821E09E7857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42112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269323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716282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6A559-01C6-4FF5-B6B1-3AEC070A886D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3483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3671B-4960-4AAA-8CC1-341A4E8D26B8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51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5" y="42335"/>
            <a:ext cx="11517038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E3A72-7536-4317-B41C-E445FE02EEFF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30325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16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160"/>
            <a:ext cx="2202644" cy="365125"/>
          </a:xfrm>
        </p:spPr>
        <p:txBody>
          <a:bodyPr/>
          <a:lstStyle/>
          <a:p>
            <a:fld id="{5D98CAAD-8C05-4BE4-A290-8720CFA8D2AB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160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5" y="755374"/>
            <a:ext cx="10872216" cy="6019229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7200" b="1"/>
            </a:lvl1pPr>
            <a:lvl2pPr marL="228600" indent="0">
              <a:lnSpc>
                <a:spcPct val="90000"/>
              </a:lnSpc>
              <a:buNone/>
              <a:defRPr sz="66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5400" b="1"/>
            </a:lvl4pPr>
            <a:lvl5pPr marL="914400" indent="0">
              <a:lnSpc>
                <a:spcPct val="90000"/>
              </a:lnSpc>
              <a:buNone/>
              <a:defRPr sz="48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637253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008" y="45720"/>
            <a:ext cx="10872216" cy="61722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90000"/>
              </a:lnSpc>
              <a:buNone/>
              <a:defRPr lang="en-US" sz="7200" b="1" dirty="0"/>
            </a:lvl1pPr>
            <a:lvl2pPr marL="228600" indent="0">
              <a:lnSpc>
                <a:spcPct val="90000"/>
              </a:lnSpc>
              <a:buNone/>
              <a:defRPr lang="en-US" sz="6600" b="1" dirty="0"/>
            </a:lvl2pPr>
            <a:lvl3pPr marL="457200" indent="0">
              <a:lnSpc>
                <a:spcPct val="90000"/>
              </a:lnSpc>
              <a:buNone/>
              <a:defRPr lang="en-US" sz="6000" b="1" dirty="0"/>
            </a:lvl3pPr>
            <a:lvl4pPr marL="685800" indent="0">
              <a:lnSpc>
                <a:spcPct val="90000"/>
              </a:lnSpc>
              <a:buNone/>
              <a:defRPr lang="en-US" sz="5400" b="1" dirty="0"/>
            </a:lvl4pPr>
            <a:lvl5pPr marL="914400" indent="0">
              <a:lnSpc>
                <a:spcPct val="90000"/>
              </a:lnSpc>
              <a:buNone/>
              <a:defRPr lang="en-US" sz="4800" b="1" dirty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BFA9D-A35D-44DE-846B-004B51E5F7CB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4732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2496A-3529-48F9-BC88-F562BBB7D20C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7964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4955722"/>
            <a:ext cx="8863084" cy="669472"/>
          </a:xfrm>
        </p:spPr>
        <p:txBody>
          <a:bodyPr anchor="ctr">
            <a:normAutofit/>
          </a:bodyPr>
          <a:lstStyle>
            <a:lvl1pPr algn="r" rtl="0">
              <a:lnSpc>
                <a:spcPct val="120000"/>
              </a:lnSpc>
              <a:defRPr sz="20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D5A517B9-8575-2710-B645-B4087611DC0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677007" y="1344168"/>
            <a:ext cx="8860536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E6CE971-D015-B560-F85A-E81C2D01E31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CB5CECC-D3ED-809F-AAE7-0FEF839E5E8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75B8498-8C56-40DC-A723-E47CC71A46CD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 rtl="0">
              <a:defRPr/>
            </a:lvl1pPr>
          </a:lstStyle>
          <a:p>
            <a:pPr algn="r" rtl="0"/>
            <a:fld id="{0B3A8078-5A32-4B09-ABA5-7ABEFD22E0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1710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7468" y="4893733"/>
            <a:ext cx="5638800" cy="788610"/>
          </a:xfrm>
        </p:spPr>
        <p:txBody>
          <a:bodyPr anchor="ctr">
            <a:normAutofit/>
          </a:bodyPr>
          <a:lstStyle>
            <a:lvl1pPr algn="r" rtl="0">
              <a:lnSpc>
                <a:spcPct val="120000"/>
              </a:lnSpc>
              <a:defRPr sz="2000" b="1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1712D21-58D6-EFB8-0267-D33F06AFD37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860635" y="1385644"/>
            <a:ext cx="8485632" cy="3374136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04DE6F3-B646-D2A0-21DC-EB265FD53B7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B8E8F60-5105-1D33-1AB6-455A837108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A8DCEB5-6924-4269-BD9F-906E3F104808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 rtl="0">
              <a:defRPr/>
            </a:lvl1pPr>
          </a:lstStyle>
          <a:p>
            <a:pPr algn="r" rtl="0"/>
            <a:fld id="{0B3A8078-5A32-4B09-ABA5-7ABEFD22E0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37282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411D3-6060-42C4-99E2-6A425CC677FA}" type="datetime1">
              <a:rPr lang="en-US" smtClean="0"/>
              <a:t>4/13/2026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97341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F2965-B380-4028-832A-D9B4D46E420F}" type="datetime1">
              <a:rPr lang="en-US" smtClean="0"/>
              <a:t>4/13/2026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14797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317A2-074B-49A5-9D8A-B13235BF93F1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2044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2F9A0-CECA-448E-B28E-96D3A80263F3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22573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13232"/>
            <a:ext cx="3595634" cy="162532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590800"/>
            <a:ext cx="3595634" cy="3713584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713232"/>
            <a:ext cx="6440258" cy="55911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152B-3DBF-4039-AA15-012E712FF24B}" type="datetime1">
              <a:rPr lang="en-US" smtClean="0"/>
              <a:t>4/13/2026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57816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13232"/>
            <a:ext cx="3595634" cy="176208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346063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340483" y="713232"/>
            <a:ext cx="6139637" cy="545896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9203B-A396-4F06-9968-FCBA45CB12F0}" type="datetime1">
              <a:rPr lang="en-US" smtClean="0"/>
              <a:t>4/13/2026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86883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14400"/>
            <a:ext cx="10890504" cy="2066544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DC730-31DA-42CA-871C-70FDD7288EAE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2485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32FC-F2E0-4B0D-91B3-423F9475E6C1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7571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1"/>
                </a:solidFill>
              </a:defRPr>
            </a:lvl1pPr>
          </a:lstStyle>
          <a:p>
            <a:fld id="{A0A50223-4EA7-49FF-B6AE-4C66B189A25B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1"/>
                </a:solidFill>
              </a:defRPr>
            </a:lvl1pPr>
          </a:lstStyle>
          <a:p>
            <a:fld id="{0B3A8078-5A32-4B09-ABA5-7ABEFD22E0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301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5" r:id="rId44"/>
    <p:sldLayoutId id="2147483706" r:id="rId45"/>
    <p:sldLayoutId id="2147483707" r:id="rId46"/>
    <p:sldLayoutId id="2147483708" r:id="rId47"/>
    <p:sldLayoutId id="2147483709" r:id="rId48"/>
    <p:sldLayoutId id="2147483710" r:id="rId49"/>
    <p:sldLayoutId id="2147483711" r:id="rId50"/>
    <p:sldLayoutId id="2147483712" r:id="rId51"/>
    <p:sldLayoutId id="2147483713" r:id="rId52"/>
    <p:sldLayoutId id="2147483714" r:id="rId53"/>
    <p:sldLayoutId id="2147483715" r:id="rId54"/>
    <p:sldLayoutId id="2147483716" r:id="rId55"/>
  </p:sldLayoutIdLst>
  <p:hf sldNum="0"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8B740-F0B4-0659-B65C-19689F895B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/>
          <a:lstStyle/>
          <a:p>
            <a:r>
              <a:rPr lang="en-US"/>
              <a:t>CIS 476 </a:t>
            </a:r>
            <a:br>
              <a:rPr lang="en-US"/>
            </a:br>
            <a:r>
              <a:rPr lang="en-US"/>
              <a:t>Term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E81CDD-41B4-D4BA-6CA0-D5F03F339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/>
          <a:lstStyle/>
          <a:p>
            <a:r>
              <a:rPr lang="en-US"/>
              <a:t>Asiyah Shoeb</a:t>
            </a:r>
          </a:p>
        </p:txBody>
      </p:sp>
      <p:pic>
        <p:nvPicPr>
          <p:cNvPr id="16" name="Picture Placeholder 15" descr="Photograph showing an abstract arrangement of blurred colorful lights with dominant hues of orange, red, and blue. The soft focus creates a bokeh effect, emphasizing circular light shapes without distinct objects or details.">
            <a:extLst>
              <a:ext uri="{FF2B5EF4-FFF2-40B4-BE49-F238E27FC236}">
                <a16:creationId xmlns:a16="http://schemas.microsoft.com/office/drawing/2014/main" id="{C9402095-A631-5D7F-396E-D68CF7B228B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85" r="12185"/>
          <a:stretch/>
        </p:blipFill>
        <p:spPr>
          <a:xfrm>
            <a:off x="5599176" y="0"/>
            <a:ext cx="659282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2589239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934"/>
    </mc:Choice>
    <mc:Fallback xmlns="">
      <p:transition spd="slow" advTm="2093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F567B-2AFD-5035-4C37-26808C79D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98121"/>
            <a:ext cx="10963655" cy="868679"/>
          </a:xfrm>
        </p:spPr>
        <p:txBody>
          <a:bodyPr/>
          <a:lstStyle/>
          <a:p>
            <a:r>
              <a:rPr lang="en-US" dirty="0"/>
              <a:t>High-Level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91D736-4D26-8290-6E76-8DB3BB662608}"/>
              </a:ext>
            </a:extLst>
          </p:cNvPr>
          <p:cNvSpPr/>
          <p:nvPr/>
        </p:nvSpPr>
        <p:spPr>
          <a:xfrm>
            <a:off x="1828800" y="1066800"/>
            <a:ext cx="8961120" cy="868680"/>
          </a:xfrm>
          <a:prstGeom prst="rect">
            <a:avLst/>
          </a:prstGeom>
          <a:solidFill>
            <a:srgbClr val="16213E"/>
          </a:solidFill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A2756-AB5E-6D2A-2435-BA1C388F60CA}"/>
              </a:ext>
            </a:extLst>
          </p:cNvPr>
          <p:cNvSpPr/>
          <p:nvPr/>
        </p:nvSpPr>
        <p:spPr>
          <a:xfrm>
            <a:off x="1828800" y="1066800"/>
            <a:ext cx="2560320" cy="86868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F6E30E-7CB8-B3EA-D1D7-7A960A68DAC0}"/>
              </a:ext>
            </a:extLst>
          </p:cNvPr>
          <p:cNvSpPr txBox="1"/>
          <p:nvPr/>
        </p:nvSpPr>
        <p:spPr>
          <a:xfrm>
            <a:off x="1901952" y="1176527"/>
            <a:ext cx="2423160" cy="430887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</a:rPr>
              <a:t>FRONTEND LAYER</a:t>
            </a:r>
            <a:endParaRPr lang="en-US" sz="1100" b="1" i="0" dirty="0">
              <a:solidFill>
                <a:srgbClr val="FFFFFF"/>
              </a:solidFill>
            </a:endParaRPr>
          </a:p>
          <a:p>
            <a:r>
              <a:rPr lang="en-US" sz="1100" dirty="0">
                <a:solidFill>
                  <a:srgbClr val="FFFFFF"/>
                </a:solidFill>
              </a:rPr>
              <a:t>HTML, JavaScript, CSS</a:t>
            </a:r>
            <a:endParaRPr sz="1100" dirty="0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50F278-8048-4341-128D-295F0D0714F5}"/>
              </a:ext>
            </a:extLst>
          </p:cNvPr>
          <p:cNvSpPr txBox="1"/>
          <p:nvPr/>
        </p:nvSpPr>
        <p:spPr>
          <a:xfrm>
            <a:off x="4572000" y="1139952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D0D8E8"/>
                </a:solidFill>
              </a:rPr>
              <a:t>index.html</a:t>
            </a:r>
            <a:r>
              <a:rPr lang="en-US" sz="1400" b="0" i="0" dirty="0">
                <a:solidFill>
                  <a:srgbClr val="D0D8E8"/>
                </a:solidFill>
              </a:rPr>
              <a:t>,</a:t>
            </a:r>
            <a:r>
              <a:rPr sz="1400" b="0" i="0" dirty="0">
                <a:solidFill>
                  <a:srgbClr val="D0D8E8"/>
                </a:solidFill>
              </a:rPr>
              <a:t> login.html</a:t>
            </a:r>
            <a:r>
              <a:rPr lang="en-US" sz="1400" b="0" i="0" dirty="0">
                <a:solidFill>
                  <a:srgbClr val="D0D8E8"/>
                </a:solidFill>
              </a:rPr>
              <a:t>, </a:t>
            </a:r>
            <a:r>
              <a:rPr sz="1400" b="0" i="0" dirty="0">
                <a:solidFill>
                  <a:srgbClr val="D0D8E8"/>
                </a:solidFill>
              </a:rPr>
              <a:t>dashboard.html</a:t>
            </a:r>
            <a:r>
              <a:rPr lang="en-US" sz="1400" b="0" i="0" dirty="0">
                <a:solidFill>
                  <a:srgbClr val="D0D8E8"/>
                </a:solidFill>
              </a:rPr>
              <a:t>, </a:t>
            </a:r>
            <a:r>
              <a:rPr sz="1400" b="0" i="0" dirty="0">
                <a:solidFill>
                  <a:srgbClr val="D0D8E8"/>
                </a:solidFill>
              </a:rPr>
              <a:t>app.js</a:t>
            </a:r>
            <a:r>
              <a:rPr lang="en-US" sz="1400" b="0" i="0" dirty="0">
                <a:solidFill>
                  <a:srgbClr val="D0D8E8"/>
                </a:solidFill>
              </a:rPr>
              <a:t>, </a:t>
            </a:r>
            <a:r>
              <a:rPr sz="1400" b="0" i="0" dirty="0">
                <a:solidFill>
                  <a:srgbClr val="D0D8E8"/>
                </a:solidFill>
              </a:rPr>
              <a:t>styles.css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FF16E2-DF2E-2825-CEF7-ACE14BA892F3}"/>
              </a:ext>
            </a:extLst>
          </p:cNvPr>
          <p:cNvSpPr/>
          <p:nvPr/>
        </p:nvSpPr>
        <p:spPr>
          <a:xfrm>
            <a:off x="1828800" y="2255520"/>
            <a:ext cx="8961120" cy="868680"/>
          </a:xfrm>
          <a:prstGeom prst="rect">
            <a:avLst/>
          </a:prstGeom>
          <a:solidFill>
            <a:srgbClr val="16213E"/>
          </a:solidFill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B76A93-4DEA-C4AF-78F6-05E5BE8C956D}"/>
              </a:ext>
            </a:extLst>
          </p:cNvPr>
          <p:cNvSpPr/>
          <p:nvPr/>
        </p:nvSpPr>
        <p:spPr>
          <a:xfrm>
            <a:off x="1828800" y="2255520"/>
            <a:ext cx="2560320" cy="8686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3FAF6B-FF7B-F6D6-F43C-8C53870AC3EF}"/>
              </a:ext>
            </a:extLst>
          </p:cNvPr>
          <p:cNvSpPr txBox="1"/>
          <p:nvPr/>
        </p:nvSpPr>
        <p:spPr>
          <a:xfrm>
            <a:off x="1901952" y="2365248"/>
            <a:ext cx="2423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REST CONTROLLER LAYER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AC5ABE-F864-DBEE-98D4-95512C4075CE}"/>
              </a:ext>
            </a:extLst>
          </p:cNvPr>
          <p:cNvSpPr txBox="1"/>
          <p:nvPr/>
        </p:nvSpPr>
        <p:spPr>
          <a:xfrm>
            <a:off x="4572000" y="2328672"/>
            <a:ext cx="6126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 err="1">
                <a:solidFill>
                  <a:srgbClr val="D0D8E8"/>
                </a:solidFill>
              </a:rPr>
              <a:t>BaseController</a:t>
            </a:r>
            <a:r>
              <a:rPr lang="en-US" sz="1400" b="0" i="0" dirty="0">
                <a:solidFill>
                  <a:srgbClr val="D0D8E8"/>
                </a:solidFill>
              </a:rPr>
              <a:t>, </a:t>
            </a:r>
            <a:r>
              <a:rPr sz="1400" b="0" i="0" dirty="0" err="1">
                <a:solidFill>
                  <a:srgbClr val="D0D8E8"/>
                </a:solidFill>
              </a:rPr>
              <a:t>AuthController</a:t>
            </a:r>
            <a:r>
              <a:rPr lang="en-US" sz="1400" dirty="0">
                <a:solidFill>
                  <a:srgbClr val="D0D8E8"/>
                </a:solidFill>
              </a:rPr>
              <a:t>, </a:t>
            </a:r>
            <a:r>
              <a:rPr sz="1400" b="0" i="0" dirty="0" err="1">
                <a:solidFill>
                  <a:srgbClr val="D0D8E8"/>
                </a:solidFill>
              </a:rPr>
              <a:t>CarController</a:t>
            </a:r>
            <a:r>
              <a:rPr lang="en-US" sz="1400" dirty="0">
                <a:solidFill>
                  <a:srgbClr val="D0D8E8"/>
                </a:solidFill>
              </a:rPr>
              <a:t>, </a:t>
            </a:r>
            <a:r>
              <a:rPr sz="1400" b="0" i="0" dirty="0" err="1">
                <a:solidFill>
                  <a:srgbClr val="D0D8E8"/>
                </a:solidFill>
              </a:rPr>
              <a:t>BookingController</a:t>
            </a:r>
            <a:r>
              <a:rPr sz="1400" b="0" i="0" dirty="0">
                <a:solidFill>
                  <a:srgbClr val="D0D8E8"/>
                </a:solidFill>
              </a:rPr>
              <a:t>
</a:t>
            </a:r>
            <a:r>
              <a:rPr sz="1400" b="0" i="0" dirty="0" err="1">
                <a:solidFill>
                  <a:srgbClr val="D0D8E8"/>
                </a:solidFill>
              </a:rPr>
              <a:t>PaymentController</a:t>
            </a:r>
            <a:r>
              <a:rPr lang="en-US" sz="1400" dirty="0">
                <a:solidFill>
                  <a:srgbClr val="D0D8E8"/>
                </a:solidFill>
              </a:rPr>
              <a:t>, </a:t>
            </a:r>
            <a:r>
              <a:rPr sz="1400" b="0" i="0" dirty="0" err="1">
                <a:solidFill>
                  <a:srgbClr val="D0D8E8"/>
                </a:solidFill>
              </a:rPr>
              <a:t>UserController</a:t>
            </a:r>
            <a:r>
              <a:rPr lang="en-US" sz="1400" dirty="0">
                <a:solidFill>
                  <a:srgbClr val="D0D8E8"/>
                </a:solidFill>
              </a:rPr>
              <a:t>, </a:t>
            </a:r>
            <a:r>
              <a:rPr sz="1400" b="0" i="0" dirty="0" err="1">
                <a:solidFill>
                  <a:srgbClr val="D0D8E8"/>
                </a:solidFill>
              </a:rPr>
              <a:t>MessageController</a:t>
            </a:r>
            <a:endParaRPr sz="1400" b="0" i="0" dirty="0">
              <a:solidFill>
                <a:srgbClr val="D0D8E8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B6BCF7-9A78-993B-3E3D-199521E2DC7F}"/>
              </a:ext>
            </a:extLst>
          </p:cNvPr>
          <p:cNvSpPr/>
          <p:nvPr/>
        </p:nvSpPr>
        <p:spPr>
          <a:xfrm>
            <a:off x="1828800" y="3444240"/>
            <a:ext cx="8961120" cy="868680"/>
          </a:xfrm>
          <a:prstGeom prst="rect">
            <a:avLst/>
          </a:prstGeom>
          <a:solidFill>
            <a:srgbClr val="16213E"/>
          </a:solidFill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A5A6F2-B203-40FE-CCDC-3CC1AAF7AF51}"/>
              </a:ext>
            </a:extLst>
          </p:cNvPr>
          <p:cNvSpPr/>
          <p:nvPr/>
        </p:nvSpPr>
        <p:spPr>
          <a:xfrm>
            <a:off x="1828800" y="3444240"/>
            <a:ext cx="2560320" cy="8686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E53EA7-1660-F678-3A60-1FF14CA634B5}"/>
              </a:ext>
            </a:extLst>
          </p:cNvPr>
          <p:cNvSpPr txBox="1"/>
          <p:nvPr/>
        </p:nvSpPr>
        <p:spPr>
          <a:xfrm>
            <a:off x="1901952" y="3553968"/>
            <a:ext cx="2423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</a:rPr>
              <a:t>SERVICE / BUSINESS LAYER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FFF25B-5D25-FF2F-7BFE-284775D72A01}"/>
              </a:ext>
            </a:extLst>
          </p:cNvPr>
          <p:cNvSpPr txBox="1"/>
          <p:nvPr/>
        </p:nvSpPr>
        <p:spPr>
          <a:xfrm>
            <a:off x="4572000" y="3517392"/>
            <a:ext cx="6126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D0D8E8"/>
                </a:solidFill>
              </a:rPr>
              <a:t>UserService</a:t>
            </a:r>
            <a:r>
              <a:rPr lang="en-US" sz="1400" dirty="0">
                <a:solidFill>
                  <a:srgbClr val="D0D8E8"/>
                </a:solidFill>
              </a:rPr>
              <a:t>, </a:t>
            </a:r>
            <a:r>
              <a:rPr sz="1400" b="0" i="0" dirty="0" err="1">
                <a:solidFill>
                  <a:srgbClr val="D0D8E8"/>
                </a:solidFill>
              </a:rPr>
              <a:t>NotificationService</a:t>
            </a:r>
            <a:r>
              <a:rPr lang="en-US" sz="1400" dirty="0">
                <a:solidFill>
                  <a:srgbClr val="D0D8E8"/>
                </a:solidFill>
              </a:rPr>
              <a:t>, </a:t>
            </a:r>
            <a:r>
              <a:rPr sz="1400" b="0" i="0" dirty="0" err="1">
                <a:solidFill>
                  <a:srgbClr val="D0D8E8"/>
                </a:solidFill>
              </a:rPr>
              <a:t>PaymentService</a:t>
            </a:r>
            <a:r>
              <a:rPr sz="1400" b="0" i="0" dirty="0">
                <a:solidFill>
                  <a:srgbClr val="D0D8E8"/>
                </a:solidFill>
              </a:rPr>
              <a:t>
(</a:t>
            </a:r>
            <a:r>
              <a:rPr sz="1400" dirty="0">
                <a:solidFill>
                  <a:srgbClr val="D0D8E8"/>
                </a:solidFill>
              </a:rPr>
              <a:t>Design</a:t>
            </a:r>
            <a:r>
              <a:rPr sz="1400" b="0" i="0" dirty="0">
                <a:solidFill>
                  <a:srgbClr val="D0D8E8"/>
                </a:solidFill>
              </a:rPr>
              <a:t> Patterns)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587B5C-A884-CE8B-F9B4-46AFA54FDA04}"/>
              </a:ext>
            </a:extLst>
          </p:cNvPr>
          <p:cNvSpPr/>
          <p:nvPr/>
        </p:nvSpPr>
        <p:spPr>
          <a:xfrm>
            <a:off x="1828800" y="4587240"/>
            <a:ext cx="8961120" cy="868680"/>
          </a:xfrm>
          <a:prstGeom prst="rect">
            <a:avLst/>
          </a:prstGeom>
          <a:solidFill>
            <a:srgbClr val="16213E"/>
          </a:solidFill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66101D-E676-87FE-D5FA-78FFCBBC0BC8}"/>
              </a:ext>
            </a:extLst>
          </p:cNvPr>
          <p:cNvSpPr/>
          <p:nvPr/>
        </p:nvSpPr>
        <p:spPr>
          <a:xfrm>
            <a:off x="1828800" y="4587240"/>
            <a:ext cx="2560320" cy="8686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C3FB49-AD7C-8CFC-17D8-45E58B02469D}"/>
              </a:ext>
            </a:extLst>
          </p:cNvPr>
          <p:cNvSpPr txBox="1"/>
          <p:nvPr/>
        </p:nvSpPr>
        <p:spPr>
          <a:xfrm>
            <a:off x="1901952" y="4696968"/>
            <a:ext cx="24231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</a:rPr>
              <a:t>REPOSITORY LAYER</a:t>
            </a:r>
            <a:endParaRPr lang="en-US" sz="1100" b="1" i="0" dirty="0">
              <a:solidFill>
                <a:srgbClr val="FFFFFF"/>
              </a:solidFill>
            </a:endParaRPr>
          </a:p>
          <a:p>
            <a:pPr algn="l"/>
            <a:r>
              <a:rPr lang="en-US" sz="1100" dirty="0">
                <a:solidFill>
                  <a:srgbClr val="FFFFFF"/>
                </a:solidFill>
              </a:rPr>
              <a:t>Spring Data JPA interfaces</a:t>
            </a:r>
            <a:endParaRPr sz="1100" i="0" dirty="0">
              <a:solidFill>
                <a:srgbClr val="FFFFF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C9779A-40BB-B8D6-3914-A9D9BD093640}"/>
              </a:ext>
            </a:extLst>
          </p:cNvPr>
          <p:cNvSpPr txBox="1"/>
          <p:nvPr/>
        </p:nvSpPr>
        <p:spPr>
          <a:xfrm>
            <a:off x="4572000" y="4660392"/>
            <a:ext cx="6126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D0D8E8"/>
                </a:solidFill>
              </a:rPr>
              <a:t>UserRepository</a:t>
            </a:r>
            <a:r>
              <a:rPr lang="en-US" sz="1400" dirty="0">
                <a:solidFill>
                  <a:srgbClr val="D0D8E8"/>
                </a:solidFill>
              </a:rPr>
              <a:t>, </a:t>
            </a:r>
            <a:r>
              <a:rPr sz="1400" b="0" i="0" dirty="0" err="1">
                <a:solidFill>
                  <a:srgbClr val="D0D8E8"/>
                </a:solidFill>
              </a:rPr>
              <a:t>CarRepository</a:t>
            </a:r>
            <a:r>
              <a:rPr lang="en-US" sz="1400" dirty="0">
                <a:solidFill>
                  <a:srgbClr val="D0D8E8"/>
                </a:solidFill>
              </a:rPr>
              <a:t>,</a:t>
            </a:r>
            <a:r>
              <a:rPr sz="1400" b="0" i="0" dirty="0">
                <a:solidFill>
                  <a:srgbClr val="D0D8E8"/>
                </a:solidFill>
              </a:rPr>
              <a:t> </a:t>
            </a:r>
            <a:r>
              <a:rPr sz="1400" b="0" i="0" dirty="0" err="1">
                <a:solidFill>
                  <a:srgbClr val="D0D8E8"/>
                </a:solidFill>
              </a:rPr>
              <a:t>BookingRepository</a:t>
            </a:r>
            <a:r>
              <a:rPr sz="1400" b="0" i="0" dirty="0">
                <a:solidFill>
                  <a:srgbClr val="D0D8E8"/>
                </a:solidFill>
              </a:rPr>
              <a:t>
</a:t>
            </a:r>
            <a:r>
              <a:rPr sz="1400" b="0" i="0" dirty="0" err="1">
                <a:solidFill>
                  <a:srgbClr val="D0D8E8"/>
                </a:solidFill>
              </a:rPr>
              <a:t>MessageRepository</a:t>
            </a:r>
            <a:r>
              <a:rPr lang="en-US" sz="1400" dirty="0">
                <a:solidFill>
                  <a:srgbClr val="D0D8E8"/>
                </a:solidFill>
              </a:rPr>
              <a:t>,</a:t>
            </a:r>
            <a:r>
              <a:rPr sz="1400" b="0" i="0" dirty="0">
                <a:solidFill>
                  <a:srgbClr val="D0D8E8"/>
                </a:solidFill>
              </a:rPr>
              <a:t> </a:t>
            </a:r>
            <a:r>
              <a:rPr sz="1400" b="0" i="0" dirty="0" err="1">
                <a:solidFill>
                  <a:srgbClr val="D0D8E8"/>
                </a:solidFill>
              </a:rPr>
              <a:t>WatchlistRepository</a:t>
            </a:r>
            <a:endParaRPr sz="1400" b="0" i="0" dirty="0">
              <a:solidFill>
                <a:srgbClr val="D0D8E8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5B4A96-80F9-8DD2-29DE-BEDFE8C2E99D}"/>
              </a:ext>
            </a:extLst>
          </p:cNvPr>
          <p:cNvSpPr/>
          <p:nvPr/>
        </p:nvSpPr>
        <p:spPr>
          <a:xfrm>
            <a:off x="1828800" y="5638800"/>
            <a:ext cx="8961120" cy="868680"/>
          </a:xfrm>
          <a:prstGeom prst="rect">
            <a:avLst/>
          </a:prstGeom>
          <a:solidFill>
            <a:srgbClr val="16213E"/>
          </a:solidFill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DD3B7A-E9C5-173C-0C94-C5F663DED073}"/>
              </a:ext>
            </a:extLst>
          </p:cNvPr>
          <p:cNvSpPr/>
          <p:nvPr/>
        </p:nvSpPr>
        <p:spPr>
          <a:xfrm>
            <a:off x="1828800" y="5638800"/>
            <a:ext cx="2560320" cy="86868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A8B249-60A3-FB51-96FA-82BDCC2F1D50}"/>
              </a:ext>
            </a:extLst>
          </p:cNvPr>
          <p:cNvSpPr txBox="1"/>
          <p:nvPr/>
        </p:nvSpPr>
        <p:spPr>
          <a:xfrm>
            <a:off x="1901952" y="5748528"/>
            <a:ext cx="24231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</a:rPr>
              <a:t>DATA LAYER</a:t>
            </a:r>
            <a:endParaRPr lang="en-US" sz="1100" b="1" i="0" dirty="0">
              <a:solidFill>
                <a:srgbClr val="FFFFFF"/>
              </a:solidFill>
            </a:endParaRPr>
          </a:p>
          <a:p>
            <a:r>
              <a:rPr lang="en-US" sz="1100" dirty="0">
                <a:solidFill>
                  <a:srgbClr val="FFFFFF"/>
                </a:solidFill>
              </a:rPr>
              <a:t>database tables  mapped to JPA entity classes</a:t>
            </a:r>
            <a:endParaRPr sz="1100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F3F842-869E-CF48-545F-A78F484E2BAC}"/>
              </a:ext>
            </a:extLst>
          </p:cNvPr>
          <p:cNvSpPr txBox="1"/>
          <p:nvPr/>
        </p:nvSpPr>
        <p:spPr>
          <a:xfrm>
            <a:off x="4572000" y="5711952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D0D8E8"/>
                </a:solidFill>
              </a:rPr>
              <a:t>User, Car, Booking, Message, Watchlist</a:t>
            </a:r>
          </a:p>
        </p:txBody>
      </p:sp>
    </p:spTree>
    <p:extLst>
      <p:ext uri="{BB962C8B-B14F-4D97-AF65-F5344CB8AC3E}">
        <p14:creationId xmlns:p14="http://schemas.microsoft.com/office/powerpoint/2010/main" val="195617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608"/>
    </mc:Choice>
    <mc:Fallback xmlns="">
      <p:transition spd="slow" advTm="10060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CF83BB-442E-43A0-DE39-2A558178DB68}"/>
              </a:ext>
            </a:extLst>
          </p:cNvPr>
          <p:cNvSpPr txBox="1"/>
          <p:nvPr/>
        </p:nvSpPr>
        <p:spPr>
          <a:xfrm>
            <a:off x="1264920" y="1719580"/>
            <a:ext cx="9664700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200" b="1"/>
              <a:t>SOFTWARE </a:t>
            </a:r>
            <a:endParaRPr lang="en-US" sz="7200"/>
          </a:p>
          <a:p>
            <a:pPr algn="ctr"/>
            <a:r>
              <a:rPr lang="en-US" sz="7200" b="1"/>
              <a:t>DESIGN</a:t>
            </a:r>
            <a:endParaRPr lang="en-US" sz="7200"/>
          </a:p>
          <a:p>
            <a:pPr algn="ctr"/>
            <a:r>
              <a:rPr lang="en-US" sz="7200" b="1"/>
              <a:t>PATTERNS</a:t>
            </a:r>
          </a:p>
        </p:txBody>
      </p:sp>
    </p:spTree>
    <p:extLst>
      <p:ext uri="{BB962C8B-B14F-4D97-AF65-F5344CB8AC3E}">
        <p14:creationId xmlns:p14="http://schemas.microsoft.com/office/powerpoint/2010/main" val="1818274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32"/>
    </mc:Choice>
    <mc:Fallback xmlns="">
      <p:transition spd="slow" advTm="583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5E268-74E0-8BAA-5971-7E949A5D8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Singleton Pattern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44A6268-9D29-D8C0-D807-1FC2643DA0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09700" y="2170323"/>
            <a:ext cx="3257550" cy="2800350"/>
          </a:xfrm>
          <a:prstGeom prst="rect">
            <a:avLst/>
          </a:prstGeom>
        </p:spPr>
      </p:pic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6D52F8EB-7767-3AC8-BDA5-C10F693CF7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437" y="1562100"/>
            <a:ext cx="6715125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37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063"/>
    </mc:Choice>
    <mc:Fallback xmlns="">
      <p:transition spd="slow" advTm="4506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48D05-5F9C-7412-2470-44A543AE5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44843"/>
            <a:ext cx="10963655" cy="399751"/>
          </a:xfrm>
        </p:spPr>
        <p:txBody>
          <a:bodyPr>
            <a:normAutofit fontScale="90000"/>
          </a:bodyPr>
          <a:lstStyle/>
          <a:p>
            <a:r>
              <a:rPr lang="en-US" dirty="0"/>
              <a:t>Observer Pattern</a:t>
            </a:r>
          </a:p>
        </p:txBody>
      </p:sp>
      <p:pic>
        <p:nvPicPr>
          <p:cNvPr id="5" name="Content Placeholder 4" descr="A diagram of a computer&#10;&#10;AI-generated content may be incorrect.">
            <a:extLst>
              <a:ext uri="{FF2B5EF4-FFF2-40B4-BE49-F238E27FC236}">
                <a16:creationId xmlns:a16="http://schemas.microsoft.com/office/drawing/2014/main" id="{390EF7C7-7814-6C73-55D2-5494354BB6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14800" y="726668"/>
            <a:ext cx="6760141" cy="393203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669C923-0B05-CF38-CA6D-5745DE6834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1289" y="28460"/>
            <a:ext cx="3360711" cy="63251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2429CCA-BB5F-5C91-968E-E7EC955239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043" y="613249"/>
            <a:ext cx="3604572" cy="96782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4C0F9D1-7E1F-0C82-77BF-6AC15E4922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9735" y="4357429"/>
            <a:ext cx="4619074" cy="235572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F703F51-49BF-27A2-71DD-83B3BBA32F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096" y="2438400"/>
            <a:ext cx="3762795" cy="410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63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670"/>
    </mc:Choice>
    <mc:Fallback xmlns="">
      <p:transition spd="slow" advTm="8567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F4B0985B-94F4-F09F-6D6A-5E92EF870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614" y="774490"/>
            <a:ext cx="5943600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7AA138-2592-8797-9122-35CF223D9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509" y="82235"/>
            <a:ext cx="10963655" cy="552151"/>
          </a:xfrm>
        </p:spPr>
        <p:txBody>
          <a:bodyPr/>
          <a:lstStyle/>
          <a:p>
            <a:r>
              <a:rPr lang="en-US" dirty="0"/>
              <a:t>Mediator Pattern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81728E-2EE9-FF70-A33F-B5FF59C31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61959"/>
            <a:ext cx="3132091" cy="14250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DBE97D-1259-1BEA-68F2-F412C2CF42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1599" y="5333114"/>
            <a:ext cx="2979691" cy="141946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AE8AD3F-0346-2278-7C22-BC67DDEB214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7617"/>
          <a:stretch>
            <a:fillRect/>
          </a:stretch>
        </p:blipFill>
        <p:spPr>
          <a:xfrm>
            <a:off x="381000" y="774490"/>
            <a:ext cx="4798292" cy="136559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E4E46FA-47C9-23AF-389C-073EB0933B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836" y="2286000"/>
            <a:ext cx="4752881" cy="418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67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2711"/>
    </mc:Choice>
    <mc:Fallback xmlns="">
      <p:transition spd="slow" advTm="12271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6AE15-AC72-A546-89F6-FA0C78C4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3" y="127624"/>
            <a:ext cx="10963655" cy="323551"/>
          </a:xfrm>
        </p:spPr>
        <p:txBody>
          <a:bodyPr>
            <a:normAutofit fontScale="90000"/>
          </a:bodyPr>
          <a:lstStyle/>
          <a:p>
            <a:r>
              <a:rPr lang="en-US" dirty="0"/>
              <a:t>Builder Pattern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BE7503D-D879-399D-2021-7C142A3C6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259" y="1958351"/>
            <a:ext cx="7620000" cy="477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1A3208-A732-00B9-6A3A-80FDEBF39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776" y="4724400"/>
            <a:ext cx="4435224" cy="1844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9C90D00-6A2F-BEE7-E19F-D4284E9FA5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914400"/>
            <a:ext cx="3856054" cy="359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857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181"/>
    </mc:Choice>
    <mc:Fallback xmlns="">
      <p:transition spd="slow" advTm="3018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040DD-D02F-6B47-CF19-DF9E790C2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FD80F-6B46-3DEB-4F35-D4174E021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3" y="127624"/>
            <a:ext cx="10963655" cy="323551"/>
          </a:xfrm>
        </p:spPr>
        <p:txBody>
          <a:bodyPr>
            <a:normAutofit fontScale="90000"/>
          </a:bodyPr>
          <a:lstStyle/>
          <a:p>
            <a:r>
              <a:rPr lang="en-US" dirty="0"/>
              <a:t>Builder Pattern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1757499-14F6-41B4-413E-0C53268E4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14400"/>
            <a:ext cx="7620000" cy="477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7FD14A-D21E-FDE1-3C90-24CEC91FC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0" y="-41787"/>
            <a:ext cx="3200400" cy="6899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216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689"/>
    </mc:Choice>
    <mc:Fallback xmlns="">
      <p:transition spd="slow" advTm="44689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05E31-DFD6-BB75-8059-DEFB863D3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92897"/>
            <a:ext cx="10963655" cy="552151"/>
          </a:xfrm>
        </p:spPr>
        <p:txBody>
          <a:bodyPr/>
          <a:lstStyle/>
          <a:p>
            <a:r>
              <a:rPr lang="en-US" dirty="0"/>
              <a:t>Proxy Pattern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A12CA8-1C3E-5F29-3021-21D0B77F5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892962"/>
            <a:ext cx="7733414" cy="44338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4D9E4F1-92CC-FF43-B3B3-6583C73375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5786" y="645049"/>
            <a:ext cx="4190517" cy="8419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481D4FA-47FB-5F98-C268-CC9DE682BE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628483"/>
            <a:ext cx="4090955" cy="29064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5E45B8B-F13A-322B-F21F-4CD60E35E0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923" y="3924300"/>
            <a:ext cx="4024218" cy="259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805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733"/>
    </mc:Choice>
    <mc:Fallback xmlns="">
      <p:transition spd="slow" advTm="6473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4B8E5-3B33-60F6-ABD4-39E4B4D6E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Chain of Responsibility Pattern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961BBE-C317-1877-83AA-2786044F6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10CA35-C23B-6C75-0709-E29E9AB04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7" y="1709862"/>
            <a:ext cx="4038800" cy="45137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F2F742-F0DD-4BBB-1480-2A6D94EDDB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76200"/>
            <a:ext cx="5052498" cy="19585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573856-5704-FEE9-22E3-18C68E93F6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0339" y="2234359"/>
            <a:ext cx="4675964" cy="424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88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7222"/>
    </mc:Choice>
    <mc:Fallback xmlns="">
      <p:transition spd="slow" advTm="87222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CF83BB-442E-43A0-DE39-2A558178DB68}"/>
              </a:ext>
            </a:extLst>
          </p:cNvPr>
          <p:cNvSpPr txBox="1"/>
          <p:nvPr/>
        </p:nvSpPr>
        <p:spPr>
          <a:xfrm>
            <a:off x="1263650" y="2438400"/>
            <a:ext cx="96647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2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950677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59"/>
    </mc:Choice>
    <mc:Fallback xmlns="">
      <p:transition spd="slow" advTm="5659"/>
    </mc:Fallback>
  </mc:AlternateContent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_win32_v4" id="{36600640-D8E1-4357-AFEE-600C1C5161DD}" vid="{8FF2FB97-BFAE-4CE3-9E91-3EFC0FA5E1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Helena">
    <a:dk1>
      <a:sysClr val="windowText" lastClr="000000"/>
    </a:dk1>
    <a:lt1>
      <a:sysClr val="window" lastClr="FFFFFF"/>
    </a:lt1>
    <a:dk2>
      <a:srgbClr val="2C3932"/>
    </a:dk2>
    <a:lt2>
      <a:srgbClr val="FDF6EA"/>
    </a:lt2>
    <a:accent1>
      <a:srgbClr val="169C9A"/>
    </a:accent1>
    <a:accent2>
      <a:srgbClr val="FA9A42"/>
    </a:accent2>
    <a:accent3>
      <a:srgbClr val="E15C3D"/>
    </a:accent3>
    <a:accent4>
      <a:srgbClr val="E78A67"/>
    </a:accent4>
    <a:accent5>
      <a:srgbClr val="A74B40"/>
    </a:accent5>
    <a:accent6>
      <a:srgbClr val="3D9072"/>
    </a:accent6>
    <a:hlink>
      <a:srgbClr val="169C9A"/>
    </a:hlink>
    <a:folHlink>
      <a:srgbClr val="E15C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MediaServiceKeyPoints xmlns="71af3243-3dd4-4a8d-8c0d-dd76da1f02a5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0CEB72-9B64-43A4-9652-F0FED519FBF8}">
  <ds:schemaRefs>
    <ds:schemaRef ds:uri="http://schemas.microsoft.com/office/2006/metadata/properties"/>
    <ds:schemaRef ds:uri="http://www.w3.org/XML/1998/namespace"/>
    <ds:schemaRef ds:uri="http://schemas.microsoft.com/sharepoint/v3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71af3243-3dd4-4a8d-8c0d-dd76da1f02a5"/>
    <ds:schemaRef ds:uri="http://schemas.microsoft.com/office/infopath/2007/PartnerControls"/>
    <ds:schemaRef ds:uri="230e9df3-be65-4c73-a93b-d1236ebd677e"/>
    <ds:schemaRef ds:uri="16c05727-aa75-4e4a-9b5f-8a80a1165891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3B79205-1ECA-438E-AAC0-B28ABB0DD1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D067B9-82DB-4736-955B-5990E509A2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</TotalTime>
  <Words>128</Words>
  <Application>Microsoft Office PowerPoint</Application>
  <PresentationFormat>Widescreen</PresentationFormat>
  <Paragraphs>35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Neue Haas Grotesk Text Pro</vt:lpstr>
      <vt:lpstr>Helena</vt:lpstr>
      <vt:lpstr>CIS 476  Term Project</vt:lpstr>
      <vt:lpstr>High-Level Architecture</vt:lpstr>
      <vt:lpstr>PowerPoint Presentation</vt:lpstr>
      <vt:lpstr>Singleton Pattern</vt:lpstr>
      <vt:lpstr>Observer Pattern</vt:lpstr>
      <vt:lpstr>Mediator Pattern</vt:lpstr>
      <vt:lpstr>Builder Pattern</vt:lpstr>
      <vt:lpstr>Builder Pattern</vt:lpstr>
      <vt:lpstr>Proxy Pattern</vt:lpstr>
      <vt:lpstr>Chain of Responsibility Pattern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Asiyah Shoeb</dc:creator>
  <cp:lastModifiedBy>Asiyah Shoeb</cp:lastModifiedBy>
  <cp:revision>57</cp:revision>
  <dcterms:created xsi:type="dcterms:W3CDTF">2026-04-13T15:23:04Z</dcterms:created>
  <dcterms:modified xsi:type="dcterms:W3CDTF">2026-04-13T21:01:50Z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